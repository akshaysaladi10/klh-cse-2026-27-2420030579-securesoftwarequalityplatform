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257" r:id="rId5"/>
    <p:sldId id="903" r:id="rId6"/>
    <p:sldId id="902" r:id="rId7"/>
    <p:sldId id="259" r:id="rId8"/>
    <p:sldId id="908" r:id="rId9"/>
    <p:sldId id="905" r:id="rId10"/>
    <p:sldId id="906" r:id="rId11"/>
    <p:sldId id="260" r:id="rId12"/>
    <p:sldId id="9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74AE2-3321-425F-AEBF-BA55017BEAAF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A2DC-FA7A-4049-8559-DAEFA0F9134D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B95C2-6C7D-4544-B3C5-DC0920DADB46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EDBA2-04BF-434F-BBE8-224A7A8E3D5F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E073-134D-4E8D-AE2B-CF7BBE6EBF62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1E4F-5CE6-4BAA-A58A-B401A72066D0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5383-C4B5-46B1-9DA8-005CCE5ABF80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F3F0-AE40-4269-8D4F-01CC3386237A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93059-9A80-4351-A9F9-D3CFEC3D4190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594B-BCE5-4EEC-97A6-1A30791DA17B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5030-591B-4511-BECB-F8DF036CAA9F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78DB-825A-4EA3-B188-A704F3692C99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9D18-C792-474A-B6F4-3177025BFFE0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451B6-86EE-469D-B722-295ECDFFE80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36CE-A75E-4DA0-9E53-2FEBAC06D23A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4310F-1027-4AE7-A75C-41F0F9FCC1D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DCA1-AA6B-44FA-B045-C61ED77F86F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10B51-D227-4412-8F1A-82530FADDC4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FF9A5-38F4-463C-AD32-D66FACBF22BA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8CFA-9E3F-4EC8-BC99-9E15266431E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2140-64E3-4ED1-8EB2-E0D5A16EFA70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C6C4-8E12-4405-B60A-EC687C5FC919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8C995-9F28-4457-AF53-28AEEA69B19F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AAF4F-4ADC-4A20-A721-D3BF9700C30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20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618528"/>
              </p:ext>
            </p:extLst>
          </p:nvPr>
        </p:nvGraphicFramePr>
        <p:xfrm>
          <a:off x="8153400" y="5073845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A.Akhil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2420030540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S.Akshay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2420030579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P.Ruthvik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- 2420030546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97310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b="1" dirty="0" err="1"/>
                        <a:t>Dr.J.Kavitha</a:t>
                      </a:r>
                      <a:r>
                        <a:rPr lang="en-IN" sz="1400" b="1" dirty="0"/>
                        <a:t> Reddy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F488-101B-49B7-BB64-5E3E5678EA65}" type="datetime3">
              <a:rPr lang="en-US" b="1" smtClean="0"/>
              <a:t>11 September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615636" y="865872"/>
            <a:ext cx="103305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000" b="1" dirty="0">
                <a:solidFill>
                  <a:schemeClr val="bg1"/>
                </a:solidFill>
              </a:rPr>
              <a:t>AI-DRIVEN ADAPTIVE SOFTWARE QUALITY ASSURANCE AND SECURITY AUTOMATION PLATFORM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Calibri" panose="020F0502020204030204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65FBF3-0815-4ACF-B8FA-9D212187C67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 September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Review-1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26D60C-0C01-9639-86A0-A2F2698E9349}"/>
              </a:ext>
            </a:extLst>
          </p:cNvPr>
          <p:cNvSpPr txBox="1"/>
          <p:nvPr/>
        </p:nvSpPr>
        <p:spPr>
          <a:xfrm>
            <a:off x="994771" y="1767519"/>
            <a:ext cx="1051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Traditional software testing and security practices are often </a:t>
            </a:r>
            <a:r>
              <a:rPr lang="en-IN" b="1" dirty="0"/>
              <a:t>manual, static, and time-consuming</a:t>
            </a:r>
            <a:r>
              <a:rPr lang="en-IN" dirty="0"/>
              <a:t>, making them ineffective for rapidly changing applications and CI/CD environments. They usually apply the same testing effort to all software components without considering their individual risk levels.</a:t>
            </a:r>
          </a:p>
          <a:p>
            <a:r>
              <a:rPr lang="en-IN" dirty="0"/>
              <a:t>There is a need for an </a:t>
            </a:r>
            <a:r>
              <a:rPr lang="en-IN" b="1" dirty="0"/>
              <a:t>AI-driven adaptive platform</a:t>
            </a:r>
            <a:r>
              <a:rPr lang="en-IN" dirty="0"/>
              <a:t> that can continuously </a:t>
            </a:r>
            <a:r>
              <a:rPr lang="en-IN" dirty="0" err="1"/>
              <a:t>analyze</a:t>
            </a:r>
            <a:r>
              <a:rPr lang="en-IN" dirty="0"/>
              <a:t> code changes, defects, vulnerabilities, complexity, and test coverage to </a:t>
            </a:r>
            <a:r>
              <a:rPr lang="en-IN" b="1" dirty="0"/>
              <a:t>predict software risk and dynamically prioritize testing and security activities</a:t>
            </a:r>
            <a:r>
              <a:rPr lang="en-IN" dirty="0"/>
              <a:t>.</a:t>
            </a:r>
          </a:p>
          <a:p>
            <a:r>
              <a:rPr lang="en-IN" dirty="0"/>
              <a:t>The proposed ASSQP addresses this problem by integrating </a:t>
            </a:r>
            <a:r>
              <a:rPr lang="en-IN" b="1" dirty="0"/>
              <a:t>AI, automated testing, </a:t>
            </a:r>
            <a:r>
              <a:rPr lang="en-IN" b="1" dirty="0" err="1"/>
              <a:t>DevSecOps</a:t>
            </a:r>
            <a:r>
              <a:rPr lang="en-IN" b="1" dirty="0"/>
              <a:t>, CI/CD, and </a:t>
            </a:r>
            <a:r>
              <a:rPr lang="en-IN" b="1" dirty="0" err="1"/>
              <a:t>MLOps</a:t>
            </a:r>
            <a:r>
              <a:rPr lang="en-IN" dirty="0"/>
              <a:t> into a unified platform to improve </a:t>
            </a:r>
            <a:r>
              <a:rPr lang="en-IN" b="1" dirty="0"/>
              <a:t>software quality, security, testing efficiency, and resource utilization</a:t>
            </a:r>
            <a:r>
              <a:rPr lang="en-IN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3F740-D339-3558-B145-8E1E8691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C8F-9F67-4F05-A4FF-B20AEBCB954C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427B9-146B-6F98-29AE-C4FAF382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C61D1-4D00-A0D7-2575-146A0870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D56164-9DBB-BEE2-9120-BE07B8CC6890}"/>
              </a:ext>
            </a:extLst>
          </p:cNvPr>
          <p:cNvSpPr txBox="1"/>
          <p:nvPr/>
        </p:nvSpPr>
        <p:spPr>
          <a:xfrm>
            <a:off x="868680" y="1508760"/>
            <a:ext cx="104333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Develop an AI-driven platform</a:t>
            </a:r>
            <a:r>
              <a:rPr lang="en-IN" dirty="0"/>
              <a:t> for automated software quality assurance and security monitoring.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 err="1"/>
              <a:t>Analyze</a:t>
            </a:r>
            <a:r>
              <a:rPr lang="en-IN" b="1" dirty="0"/>
              <a:t> source code and software metrics</a:t>
            </a:r>
            <a:r>
              <a:rPr lang="en-IN" dirty="0"/>
              <a:t> such as code complexity, code churn, defects, vulnerabilities, and test coverage.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Predict software risk levels</a:t>
            </a:r>
            <a:r>
              <a:rPr lang="en-IN" dirty="0"/>
              <a:t> using a machine learning-based risk prediction model.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Implement adaptive test prioritization</a:t>
            </a:r>
            <a:r>
              <a:rPr lang="en-IN" dirty="0"/>
              <a:t> by assigning more testing effort to high-risk components.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Integrate </a:t>
            </a:r>
            <a:r>
              <a:rPr lang="en-IN" b="1" dirty="0" err="1"/>
              <a:t>DevSecOps</a:t>
            </a:r>
            <a:r>
              <a:rPr lang="en-IN" b="1" dirty="0"/>
              <a:t> tools</a:t>
            </a:r>
            <a:r>
              <a:rPr lang="en-IN" dirty="0"/>
              <a:t> such as SonarQube, OWASP ZAP, and </a:t>
            </a:r>
            <a:r>
              <a:rPr lang="en-IN" dirty="0" err="1"/>
              <a:t>Trivy</a:t>
            </a:r>
            <a:r>
              <a:rPr lang="en-IN" dirty="0"/>
              <a:t> for continuous quality and security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Automate the CI/CD workflow</a:t>
            </a:r>
            <a:r>
              <a:rPr lang="en-IN" dirty="0"/>
              <a:t> for building, testing, security scanning, and deployment.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Apply </a:t>
            </a:r>
            <a:r>
              <a:rPr lang="en-IN" b="1" dirty="0" err="1"/>
              <a:t>MLOps</a:t>
            </a:r>
            <a:r>
              <a:rPr lang="en-IN" b="1" dirty="0"/>
              <a:t> practices</a:t>
            </a:r>
            <a:r>
              <a:rPr lang="en-IN" dirty="0"/>
              <a:t> for model training, versioning, deployment, and performance monitoring.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Provide a centralized dashboard</a:t>
            </a:r>
            <a:r>
              <a:rPr lang="en-IN" dirty="0"/>
              <a:t> to display risk scores, defects, vulnerabilities, test coverage, and recommended corrective actions.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Improve testing efficiency and resource utilization</a:t>
            </a:r>
            <a:r>
              <a:rPr lang="en-IN" dirty="0"/>
              <a:t> while maintaining software reliability and security.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AD77D-0BC9-1B0E-CD21-011A86EA0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9C3F4-E892-4B94-BBB7-5EF69E3A8556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53341-77F3-6822-6F5F-EF08A8CC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7EF2B-43BA-5434-320B-C20649F0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326669"/>
              </p:ext>
            </p:extLst>
          </p:nvPr>
        </p:nvGraphicFramePr>
        <p:xfrm>
          <a:off x="274646" y="689466"/>
          <a:ext cx="11642705" cy="535615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Authors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Title of the Paper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Methodology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Inferences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Limitation / Future Work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Romero et al. [1]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Automated Machine Learning for Test Case Prioritisation</a:t>
                      </a:r>
                      <a:r>
                        <a:rPr lang="en-IN" sz="1400"/>
                        <a:t>, </a:t>
                      </a:r>
                      <a:r>
                        <a:rPr lang="en-IN" sz="1400" i="1"/>
                        <a:t>Empirical Software Engineering</a:t>
                      </a:r>
                      <a:r>
                        <a:rPr lang="en-IN" sz="1400"/>
                        <a:t>,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Uses AutoML for test case prioritization • Grammar-guided genetic programming • Automatically selects ML algorithms and hyperparameters for each software build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Adapts test prioritization to changing software builds • Reduces manual ML configuration • Highly relevant to adaptive CI-based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Focuses mainly on test prioritization • Does not integrate security scanning, vulnerability analysis, or unified QA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Ramzan et al. [2]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Data-Driven Test Case Prioritization (DD-TCP): A Machine Learning Framework for Intelligent Software Quality Assurance</a:t>
                      </a:r>
                      <a:r>
                        <a:rPr lang="en-IN" sz="1400"/>
                        <a:t>, </a:t>
                      </a:r>
                      <a:r>
                        <a:rPr lang="en-IN" sz="1400" i="1"/>
                        <a:t>Computers, Materials &amp; Continua</a:t>
                      </a:r>
                      <a:r>
                        <a:rPr lang="en-IN" sz="1400"/>
                        <a:t>,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Uses code-change frequency, dependencies, execution time and failure history • Gradient-boosted decision trees • Dynamically reorders tests based on predicted fault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Supports intelligent and adaptive regression testing • Uses historical CI data for prioritization • Improves fault detection while reducing testing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Mainly focuses on test-case prioritization • Does not combine software security, vulnerability severity, and DevSecOps 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Zarrad et al. [3]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 Hybrid Approach to Software Testing Efficiency: Stacked Ensembles and Deep Q-Learning for Test Case Prioritization and Ranking</a:t>
                      </a:r>
                      <a:r>
                        <a:rPr lang="en-IN" sz="1400"/>
                        <a:t>, </a:t>
                      </a:r>
                      <a:r>
                        <a:rPr lang="en-IN" sz="1400" i="1"/>
                        <a:t>Computers, Materials &amp; Continua</a:t>
                      </a:r>
                      <a:r>
                        <a:rPr lang="en-IN" sz="1400"/>
                        <a:t>,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Ensemble ML models for test prioritization • Deep Q-Learning for test ranking • Genetic Algorithm for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• Combines ML and reinforcement learning for efficient testing • Improves fault detection and test execution efficiency • Supports intelligent QA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• Computational complexity can increase • Focuses on testing rather than complete QA + security automation • Security risk prediction is not included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B8718-2467-4ED4-9D8D-E9091B0968F9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BC7F5F-BBE8-E858-FEFB-316D20BA7608}"/>
              </a:ext>
            </a:extLst>
          </p:cNvPr>
          <p:cNvSpPr txBox="1"/>
          <p:nvPr/>
        </p:nvSpPr>
        <p:spPr>
          <a:xfrm>
            <a:off x="838200" y="1430525"/>
            <a:ext cx="103471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Innovation</a:t>
            </a:r>
          </a:p>
          <a:p>
            <a:pPr lvl="0"/>
            <a:r>
              <a:rPr lang="en-IN" sz="2000" b="1" dirty="0"/>
              <a:t>AI-Based Risk Prediction</a:t>
            </a:r>
            <a:r>
              <a:rPr lang="en-IN" sz="2000" dirty="0"/>
              <a:t> – Predicts software component risk using code complexity, code churn, defects, vulnerabilities, and test coverage. </a:t>
            </a:r>
          </a:p>
          <a:p>
            <a:pPr lvl="0"/>
            <a:r>
              <a:rPr lang="en-IN" sz="2000" b="1" dirty="0"/>
              <a:t>Intelligent Decision Making</a:t>
            </a:r>
            <a:r>
              <a:rPr lang="en-IN" sz="2000" dirty="0"/>
              <a:t> – Automatically identifies high-risk components that require greater testing and security attention. </a:t>
            </a:r>
          </a:p>
          <a:p>
            <a:pPr lvl="0"/>
            <a:r>
              <a:rPr lang="en-IN" sz="2000" b="1" dirty="0"/>
              <a:t>Continuous Learning</a:t>
            </a:r>
            <a:r>
              <a:rPr lang="en-IN" sz="2000" dirty="0"/>
              <a:t> – Uses new testing and security results to improve future risk predictions. </a:t>
            </a:r>
          </a:p>
          <a:p>
            <a:pPr lvl="0"/>
            <a:endParaRPr lang="en-IN" sz="2000" dirty="0"/>
          </a:p>
          <a:p>
            <a:r>
              <a:rPr lang="en-IN" sz="2000" b="1" dirty="0"/>
              <a:t>Creativity</a:t>
            </a:r>
          </a:p>
          <a:p>
            <a:pPr lvl="0"/>
            <a:r>
              <a:rPr lang="en-IN" sz="2000" b="1" dirty="0"/>
              <a:t>Adaptive Test Prioritization</a:t>
            </a:r>
            <a:r>
              <a:rPr lang="en-IN" sz="2000" dirty="0"/>
              <a:t> – Dynamically changes test priority based on the predicted risk of each component. </a:t>
            </a:r>
          </a:p>
          <a:p>
            <a:pPr lvl="0"/>
            <a:r>
              <a:rPr lang="en-IN" sz="2000" b="1" dirty="0"/>
              <a:t>Unified QA &amp; Security</a:t>
            </a:r>
            <a:r>
              <a:rPr lang="en-IN" sz="2000" dirty="0"/>
              <a:t> – Brings testing, code quality, vulnerability scanning, and CI/CD into one platform. </a:t>
            </a:r>
          </a:p>
          <a:p>
            <a:pPr lvl="0"/>
            <a:r>
              <a:rPr lang="en-IN" sz="2000" b="1" dirty="0"/>
              <a:t>Actionable Dashboard</a:t>
            </a:r>
            <a:r>
              <a:rPr lang="en-IN" sz="2000" dirty="0"/>
              <a:t> – Presents risk scores, defects, vulnerabilities, coverage, and recommended actions in a simple interface.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4C573-8A13-2B34-99AC-C9BEAE22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8C3B9-B544-4649-9B34-8588B0C6F73C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33AF9-2FFB-F8A8-A9B7-9BE2A51D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F58C4-8895-104F-5A10-4595D297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3CB14-473C-F4C4-1E94-CF025538C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4"/>
            <a:ext cx="10808368" cy="453072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Novelty</a:t>
            </a:r>
          </a:p>
          <a:p>
            <a:pPr marL="0" lvl="0" indent="0">
              <a:buNone/>
            </a:pPr>
            <a:r>
              <a:rPr lang="en-IN" sz="2000" b="1" dirty="0"/>
              <a:t>Risk-Driven Testing &amp; Security</a:t>
            </a:r>
            <a:r>
              <a:rPr lang="en-IN" sz="2000" dirty="0"/>
              <a:t> – Combines ML risk prediction with adaptive testing and security scanning rather than treating them separately. </a:t>
            </a:r>
          </a:p>
          <a:p>
            <a:pPr marL="0" lvl="0" indent="0">
              <a:buNone/>
            </a:pPr>
            <a:r>
              <a:rPr lang="en-IN" sz="2000" b="1" dirty="0"/>
              <a:t>Continuous Feedback Loop</a:t>
            </a:r>
            <a:r>
              <a:rPr lang="en-IN" sz="2000" dirty="0"/>
              <a:t> – Automatically feeds CI/CD, testing, and security results back into the risk analysis process. </a:t>
            </a:r>
          </a:p>
          <a:p>
            <a:pPr marL="0" lvl="0" indent="0">
              <a:buNone/>
            </a:pPr>
            <a:r>
              <a:rPr lang="en-IN" sz="2000" b="1" dirty="0"/>
              <a:t>AI + </a:t>
            </a:r>
            <a:r>
              <a:rPr lang="en-IN" sz="2000" b="1" dirty="0" err="1"/>
              <a:t>DevSecOps</a:t>
            </a:r>
            <a:r>
              <a:rPr lang="en-IN" sz="2000" b="1" dirty="0"/>
              <a:t> + </a:t>
            </a:r>
            <a:r>
              <a:rPr lang="en-IN" sz="2000" b="1" dirty="0" err="1"/>
              <a:t>MLOps</a:t>
            </a:r>
            <a:r>
              <a:rPr lang="en-IN" sz="2000" dirty="0"/>
              <a:t> – Integrates these three approaches into a single adaptive software quality platform.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549C4-0B89-EAC4-5242-FEEBBA8AE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A2DC-FA7A-4049-8559-DAEFA0F9134D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2059-B00F-8641-7323-768EA1D2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D4C33-3F9B-820E-10C1-AFD05CF90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83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A4BA1-2E94-2A56-D175-A3BFDBA1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263C-3D3A-53E1-2E02-2AE5FB7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72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 </a:t>
            </a:r>
            <a:endParaRPr lang="en-IN" dirty="0"/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0CD3A11F-A881-078B-4141-87B727A619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819947"/>
              </p:ext>
            </p:extLst>
          </p:nvPr>
        </p:nvGraphicFramePr>
        <p:xfrm>
          <a:off x="1175900" y="1357632"/>
          <a:ext cx="9840200" cy="499871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920100">
                  <a:extLst>
                    <a:ext uri="{9D8B030D-6E8A-4147-A177-3AD203B41FA5}">
                      <a16:colId xmlns:a16="http://schemas.microsoft.com/office/drawing/2014/main" val="765011411"/>
                    </a:ext>
                  </a:extLst>
                </a:gridCol>
                <a:gridCol w="4920100">
                  <a:extLst>
                    <a:ext uri="{9D8B030D-6E8A-4147-A177-3AD203B41FA5}">
                      <a16:colId xmlns:a16="http://schemas.microsoft.com/office/drawing/2014/main" val="694063937"/>
                    </a:ext>
                  </a:extLst>
                </a:gridCol>
              </a:tblGrid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 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362807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Programming / Backend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Python, FastAPI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822456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AI &amp; Machine Learning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TensorFlow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567492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Software Quality Analysis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SonarQube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034204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Security Scanning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OWASP ZAP, Trivy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780812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Testing &amp; Automation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PyTest, Automated Test Suite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102348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CI/CD &amp; DevOps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GitHub Actions, Docker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11664"/>
                  </a:ext>
                </a:extLst>
              </a:tr>
              <a:tr h="760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Database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758650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MLOps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833919"/>
                  </a:ext>
                </a:extLst>
              </a:tr>
              <a:tr h="760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Dashboard / Visualization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React.js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86376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7CE7E-5D61-CF1F-2C85-F5AC4AD5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584A-62DD-4592-B6F4-EEFE14D0C992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FB08B-C91B-E8DC-1C05-29B5104F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653CF-AC46-EBD1-ED20-5677DD02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66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62E3-296B-464B-DAA7-31E552F7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870B94-57FD-899C-59B6-19C53654B0DE}"/>
              </a:ext>
            </a:extLst>
          </p:cNvPr>
          <p:cNvSpPr txBox="1"/>
          <p:nvPr/>
        </p:nvSpPr>
        <p:spPr>
          <a:xfrm>
            <a:off x="838200" y="1777165"/>
            <a:ext cx="110220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Technical Feasibility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The platform can be developed using available technologies such as </a:t>
            </a:r>
            <a:r>
              <a:rPr lang="en-IN" b="1" dirty="0"/>
              <a:t>Python, TensorFlow, </a:t>
            </a:r>
            <a:r>
              <a:rPr lang="en-IN" b="1" dirty="0" err="1"/>
              <a:t>FastAPI</a:t>
            </a:r>
            <a:r>
              <a:rPr lang="en-IN" b="1" dirty="0"/>
              <a:t>, SonarQube, OWASP ZAP, </a:t>
            </a:r>
            <a:r>
              <a:rPr lang="en-IN" b="1" dirty="0" err="1"/>
              <a:t>Trivy</a:t>
            </a:r>
            <a:r>
              <a:rPr lang="en-IN" b="1" dirty="0"/>
              <a:t>, Docker, and GitHub Actions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Operational Feasibility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The system automates testing, code quality analysis, security scanning, and risk assessment, making it practical for </a:t>
            </a:r>
            <a:r>
              <a:rPr lang="en-IN" b="1" dirty="0"/>
              <a:t>CI/CD-based software development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Economic &amp; Time Feasibility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 The project primarily uses </a:t>
            </a:r>
            <a:r>
              <a:rPr lang="en-IN" b="1" dirty="0"/>
              <a:t>open-source tools and frameworks</a:t>
            </a:r>
            <a:r>
              <a:rPr lang="en-IN" dirty="0"/>
              <a:t>, reducing development cost and making implementation achievable within the academic project timeline.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00E91-F1AC-568C-2F37-718251F2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1E2A-1D16-41D9-AF4A-A8E539E69D5F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84A39-757C-0F51-F3BD-08947A23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E859D-DB9C-99C8-45C2-E51FA99C0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14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704070" y="361174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Plan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3" name="Content Placeholder 10">
            <a:extLst>
              <a:ext uri="{FF2B5EF4-FFF2-40B4-BE49-F238E27FC236}">
                <a16:creationId xmlns:a16="http://schemas.microsoft.com/office/drawing/2014/main" id="{5DB887DB-1CB5-5E21-2F2E-79DBEE565A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6656969"/>
              </p:ext>
            </p:extLst>
          </p:nvPr>
        </p:nvGraphicFramePr>
        <p:xfrm>
          <a:off x="1346200" y="1023526"/>
          <a:ext cx="9499599" cy="5378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174">
                  <a:extLst>
                    <a:ext uri="{9D8B030D-6E8A-4147-A177-3AD203B41FA5}">
                      <a16:colId xmlns:a16="http://schemas.microsoft.com/office/drawing/2014/main" val="865632583"/>
                    </a:ext>
                  </a:extLst>
                </a:gridCol>
                <a:gridCol w="4431575">
                  <a:extLst>
                    <a:ext uri="{9D8B030D-6E8A-4147-A177-3AD203B41FA5}">
                      <a16:colId xmlns:a16="http://schemas.microsoft.com/office/drawing/2014/main" val="2856754256"/>
                    </a:ext>
                  </a:extLst>
                </a:gridCol>
                <a:gridCol w="4085850">
                  <a:extLst>
                    <a:ext uri="{9D8B030D-6E8A-4147-A177-3AD203B41FA5}">
                      <a16:colId xmlns:a16="http://schemas.microsoft.com/office/drawing/2014/main" val="3992791816"/>
                    </a:ext>
                  </a:extLst>
                </a:gridCol>
              </a:tblGrid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10404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1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Literature Survey &amp; Requirement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Problem definition and system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812841"/>
                  </a:ext>
                </a:extLst>
              </a:tr>
              <a:tr h="420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2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System Architecture &amp; Module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ASSQP architecture and module specifications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198534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3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Data Collection &amp;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Software metrics and QA/security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565806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4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ML Risk Prediction Model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Component risk prediction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477876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5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Adaptive Testing &amp; Security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Risk-based test prioritization and automated security scanning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3361741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6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CI/CD, Docker &amp; MLOps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Automated build, testing, scanning and model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851052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7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Dashboard, Testing &amp;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Centralized dashboard and validated working platform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513394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8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Documentation &amp; Final Demonstration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Project report and final working prototype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3654068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F40844-044F-5AF0-21A8-6E98A7B0D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1776-9110-4E1A-B222-03B38CB053C9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7CB612-92CB-DC63-4396-6873D722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9A6103-5321-64DA-ABC2-1EE78554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2A5D-F551-3DB1-B504-D5D671B37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526" y="5105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Architecture/Project Overview:</a:t>
            </a:r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D38234-AC94-EC4A-BFC0-D1C1E4EDA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A6F7C-09B0-45B0-B30C-33E9AAF8B638}" type="datetime3">
              <a:rPr lang="en-US" smtClean="0"/>
              <a:t>11 September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AF87C-FE38-9ED5-C7A9-66905030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3496C-5979-C941-29B3-5E402D7C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F03056-E501-6FA3-BEFB-EF3A8380F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111" y="1168066"/>
            <a:ext cx="7469606" cy="49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1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1136</Words>
  <Application>Microsoft Office PowerPoint</Application>
  <PresentationFormat>Widescreen</PresentationFormat>
  <Paragraphs>180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 Stack </vt:lpstr>
      <vt:lpstr>Feasibility</vt:lpstr>
      <vt:lpstr>PowerPoint Presentation</vt:lpstr>
      <vt:lpstr>Project Architecture/Project Overview: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</dc:creator>
  <cp:lastModifiedBy>Akshay Saladi</cp:lastModifiedBy>
  <cp:revision>32</cp:revision>
  <dcterms:created xsi:type="dcterms:W3CDTF">2026-08-08T06:33:56Z</dcterms:created>
  <dcterms:modified xsi:type="dcterms:W3CDTF">2026-09-11T08:33:14Z</dcterms:modified>
</cp:coreProperties>
</file>